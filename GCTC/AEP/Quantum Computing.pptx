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bdul Baseer" userId="525a5e1481b40487" providerId="LiveId" clId="{EDACB028-D12F-42C1-9460-209980BF8CA5}"/>
    <pc:docChg chg="undo custSel addSld modSld">
      <pc:chgData name="Abdul Baseer" userId="525a5e1481b40487" providerId="LiveId" clId="{EDACB028-D12F-42C1-9460-209980BF8CA5}" dt="2025-11-02T13:08:05.982" v="1055" actId="20577"/>
      <pc:docMkLst>
        <pc:docMk/>
      </pc:docMkLst>
      <pc:sldChg chg="modSp mod">
        <pc:chgData name="Abdul Baseer" userId="525a5e1481b40487" providerId="LiveId" clId="{EDACB028-D12F-42C1-9460-209980BF8CA5}" dt="2025-11-02T12:46:47.072" v="389" actId="313"/>
        <pc:sldMkLst>
          <pc:docMk/>
          <pc:sldMk cId="2320197238" sldId="257"/>
        </pc:sldMkLst>
        <pc:spChg chg="mod">
          <ac:chgData name="Abdul Baseer" userId="525a5e1481b40487" providerId="LiveId" clId="{EDACB028-D12F-42C1-9460-209980BF8CA5}" dt="2025-11-02T12:43:57.801" v="25" actId="20577"/>
          <ac:spMkLst>
            <pc:docMk/>
            <pc:sldMk cId="2320197238" sldId="257"/>
            <ac:spMk id="3" creationId="{147EBA7E-92EE-8955-6D8C-EFC5BB299013}"/>
          </ac:spMkLst>
        </pc:spChg>
        <pc:spChg chg="mod">
          <ac:chgData name="Abdul Baseer" userId="525a5e1481b40487" providerId="LiveId" clId="{EDACB028-D12F-42C1-9460-209980BF8CA5}" dt="2025-11-02T12:46:33.457" v="339" actId="20577"/>
          <ac:spMkLst>
            <pc:docMk/>
            <pc:sldMk cId="2320197238" sldId="257"/>
            <ac:spMk id="4" creationId="{6414A3AA-E657-A848-337D-28F465A23C31}"/>
          </ac:spMkLst>
        </pc:spChg>
        <pc:spChg chg="mod">
          <ac:chgData name="Abdul Baseer" userId="525a5e1481b40487" providerId="LiveId" clId="{EDACB028-D12F-42C1-9460-209980BF8CA5}" dt="2025-11-02T12:44:05.659" v="43" actId="20577"/>
          <ac:spMkLst>
            <pc:docMk/>
            <pc:sldMk cId="2320197238" sldId="257"/>
            <ac:spMk id="5" creationId="{A95A91D2-4672-7EEF-D210-16051DB4CBB5}"/>
          </ac:spMkLst>
        </pc:spChg>
        <pc:spChg chg="mod">
          <ac:chgData name="Abdul Baseer" userId="525a5e1481b40487" providerId="LiveId" clId="{EDACB028-D12F-42C1-9460-209980BF8CA5}" dt="2025-11-02T12:46:47.072" v="389" actId="313"/>
          <ac:spMkLst>
            <pc:docMk/>
            <pc:sldMk cId="2320197238" sldId="257"/>
            <ac:spMk id="6" creationId="{D8895249-B46E-88D4-D03D-D1EDF1C2B186}"/>
          </ac:spMkLst>
        </pc:spChg>
      </pc:sldChg>
      <pc:sldChg chg="modSp new mod">
        <pc:chgData name="Abdul Baseer" userId="525a5e1481b40487" providerId="LiveId" clId="{EDACB028-D12F-42C1-9460-209980BF8CA5}" dt="2025-11-02T13:08:05.982" v="1055" actId="20577"/>
        <pc:sldMkLst>
          <pc:docMk/>
          <pc:sldMk cId="1605776253" sldId="258"/>
        </pc:sldMkLst>
        <pc:spChg chg="mod">
          <ac:chgData name="Abdul Baseer" userId="525a5e1481b40487" providerId="LiveId" clId="{EDACB028-D12F-42C1-9460-209980BF8CA5}" dt="2025-11-02T12:46:59.178" v="427" actId="20577"/>
          <ac:spMkLst>
            <pc:docMk/>
            <pc:sldMk cId="1605776253" sldId="258"/>
            <ac:spMk id="2" creationId="{AC8ADA76-B20C-A66E-C6F2-8329B0FCD63A}"/>
          </ac:spMkLst>
        </pc:spChg>
        <pc:spChg chg="mod">
          <ac:chgData name="Abdul Baseer" userId="525a5e1481b40487" providerId="LiveId" clId="{EDACB028-D12F-42C1-9460-209980BF8CA5}" dt="2025-11-02T13:08:05.982" v="1055" actId="20577"/>
          <ac:spMkLst>
            <pc:docMk/>
            <pc:sldMk cId="1605776253" sldId="258"/>
            <ac:spMk id="3" creationId="{35E2C711-1ED4-2175-25B2-C1C23F0A94CE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6B60FF-1488-9459-011E-0FEB19D81A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201436-DA2E-BE6E-EC46-D681EFD7707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413356-CF8B-D440-9603-7C6D42FEAE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84739-00F8-4515-B977-6DBBD38B5D3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6054779-6768-F33C-B604-7BE7B91C2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424785-4295-FE6C-C739-681FC6638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476BC-BC3A-4D4A-A666-A9E30A142F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46963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C80A67-4A90-A2FA-333F-1B617A1952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644D4E-3BC7-3557-E551-A7F8044A86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022E19-8027-A211-C6CB-9ABF92924D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84739-00F8-4515-B977-6DBBD38B5D3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660528-2308-1F58-486A-1A9FCFFCFF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D9666E-82EE-AA0B-A48F-35431BBAEB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476BC-BC3A-4D4A-A666-A9E30A142F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06004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961523-37CA-3BD1-1531-858C5CC72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92B8DC-940A-66F5-5E30-459B1502064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85D81A-3C05-C121-48BB-D43B7EE1F7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84739-00F8-4515-B977-6DBBD38B5D3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114759-6CAF-4D60-1C9A-71D4719977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0782EC4-FEBF-3611-0178-BA2B9ABDBF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476BC-BC3A-4D4A-A666-A9E30A142F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985638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C8EA5E-43FB-E6C7-D770-CCB28B54E6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92A96E-1AA1-8D7B-0AC2-31818A9080C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BD811E3-CC13-C1E5-00F8-0348093871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0214717-3E80-DB26-0E5D-8C93B6325D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84739-00F8-4515-B977-6DBBD38B5D3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786CADA-9B6B-881F-C3B3-8CB3E4013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66F4241-66B1-86E2-DD8E-E69ADB86B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476BC-BC3A-4D4A-A666-A9E30A142F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7323961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5E8801-E3F8-1F47-C397-C4CBA09F5C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EDE1F36-AF84-470B-1961-D130F66F33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C6CCAED-E4D5-5428-B649-E7174B72065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DD4AB95-868E-0CA8-B20E-039657E14C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F66B509-ED11-0451-6A6B-CC4B393114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64985B-CC61-EF8E-08B9-14FEAE4E5C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84739-00F8-4515-B977-6DBBD38B5D3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AB028FB-7DC7-8E0B-45A4-C7EAFAE92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653B16B-DDCA-8E41-E001-F1D4801EF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476BC-BC3A-4D4A-A666-A9E30A142F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80961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8928F5-C962-E2C1-197D-97E9E874FB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F1C5616-1F6D-936D-B4DE-ED94D0B014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84739-00F8-4515-B977-6DBBD38B5D3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64C444-B629-9D2A-5483-F720A5A994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F66954-E4D5-92A3-833E-DF2A874391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476BC-BC3A-4D4A-A666-A9E30A142F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59499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F0A7D8-1ACC-7B65-C858-5DD3B14E5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84739-00F8-4515-B977-6DBBD38B5D3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AD162FD-D9A0-1666-ACBA-677AE378F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6F5C1D3-18BD-FD9A-79F8-9568210D4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476BC-BC3A-4D4A-A666-A9E30A142F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09103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19DE2-78E0-1E79-99E2-A60A546D09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B85A441-FED6-314F-265E-CBC499C530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004E3C-0337-4698-2662-43BD7E96DE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3367AD5-29DB-E55A-C53D-E6928E1D7E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84739-00F8-4515-B977-6DBBD38B5D3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7BC36AE-DB7E-8F80-9B8B-7DCD04ED9B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7878E6-88CE-B1D3-1DBF-8F47A759D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476BC-BC3A-4D4A-A666-A9E30A142F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557015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856AA6-02F8-D0E1-110E-ACFFB4EBE4F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C69140A-54BB-7490-6C63-76C0F59DAB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88ECB7-D826-DDA5-0407-A77990B66B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13610-690F-4612-9C30-B7FF6C4DBD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84739-00F8-4515-B977-6DBBD38B5D3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B1BC07B-7702-5827-63BF-7FF2ED28FE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0560368-86AA-DB80-9FAF-B767C71193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476BC-BC3A-4D4A-A666-A9E30A142F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6682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3632D1-C928-0028-0C07-928A1DB3F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92EAE3-9B78-8C53-1451-BB7383D4DB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8C5E7-04C4-C9CB-9362-F0570AB240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84739-00F8-4515-B977-6DBBD38B5D3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9DA37C5-FE9F-69A1-01BD-D95F859D8B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E8148F1-787A-16B4-2671-6F721BF77E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476BC-BC3A-4D4A-A666-A9E30A142F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4808368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5813B415-2739-A83D-414E-6671F0BFFBF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E14E83-E330-7E82-536A-97BE56E9A29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DC9DD3-7F83-0DF3-C659-B3BCDB0930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284739-00F8-4515-B977-6DBBD38B5D3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F49C53A-8A21-1D3B-8D0C-8BC83FF71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A280DC-F8E9-63EE-97B0-48F8E09259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D7476BC-BC3A-4D4A-A666-A9E30A142F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892388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02F38DC-EBC0-3174-F124-8F333CF112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80F1C8-1DA4-8C8A-750C-5D64215AE3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40C9E73-5A31-F0C8-F794-1EFE6D55D73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284739-00F8-4515-B977-6DBBD38B5D3C}" type="datetimeFigureOut">
              <a:rPr lang="en-IN" smtClean="0"/>
              <a:t>02-11-2025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4C818A-9B08-A112-5026-F0BBFFDAB3C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055E54-24F0-8A4B-8295-A1BB91BF3D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D7476BC-BC3A-4D4A-A666-A9E30A142F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356622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4824EC-23ED-D487-166C-9E1958F1958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Quantum Computing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2AD1AC-3A4B-6D34-E1C6-393BB496547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5311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5A4491-150E-890A-21B1-96747E249E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Difference between Classic and Quantum Computing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7EBA7E-92EE-8955-6D8C-EFC5BB29901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 dirty="0"/>
              <a:t>Classical Computer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414A3AA-E657-A848-337D-28F465A23C3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IN" dirty="0"/>
              <a:t>Basic units are 0 </a:t>
            </a:r>
            <a:r>
              <a:rPr lang="en-IN" b="1" dirty="0"/>
              <a:t>OR</a:t>
            </a:r>
            <a:r>
              <a:rPr lang="en-IN" dirty="0"/>
              <a:t> 1</a:t>
            </a:r>
          </a:p>
          <a:p>
            <a:r>
              <a:rPr lang="en-IN" dirty="0"/>
              <a:t>Has Sequential Processing</a:t>
            </a:r>
          </a:p>
          <a:p>
            <a:r>
              <a:rPr lang="en-IN" dirty="0"/>
              <a:t>Linear Power</a:t>
            </a:r>
          </a:p>
          <a:p>
            <a:r>
              <a:rPr lang="en-IN" dirty="0"/>
              <a:t>Deterministic Principle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5A91D2-4672-7EEF-D210-16051DB4CBB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IN" dirty="0"/>
              <a:t>Quantum Computer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8895249-B46E-88D4-D03D-D1EDF1C2B186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r>
              <a:rPr lang="en-IN" dirty="0"/>
              <a:t>Basic units are 0 </a:t>
            </a:r>
            <a:r>
              <a:rPr lang="en-IN" b="1" dirty="0"/>
              <a:t>AND 1</a:t>
            </a:r>
          </a:p>
          <a:p>
            <a:r>
              <a:rPr lang="en-IN" dirty="0"/>
              <a:t>Has Parallel Processing</a:t>
            </a:r>
          </a:p>
          <a:p>
            <a:r>
              <a:rPr lang="en-IN" dirty="0"/>
              <a:t>Exponential Power</a:t>
            </a:r>
          </a:p>
          <a:p>
            <a:r>
              <a:rPr lang="en-IN" dirty="0"/>
              <a:t>Probabilistic Principle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32019723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8ADA76-B20C-A66E-C6F2-8329B0FCD6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Principles of Quantum Computing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E2C711-1ED4-2175-25B2-C1C23F0A94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IN" dirty="0"/>
              <a:t>A qubit can exist in a combination of both 0 and 1 and the same time. This allows quantum computers to perform many calculations parallelly.</a:t>
            </a:r>
          </a:p>
          <a:p>
            <a:pPr marL="0" indent="0">
              <a:buNone/>
            </a:pPr>
            <a:r>
              <a:rPr lang="en-IN" b="1" dirty="0"/>
              <a:t>Entanglement: </a:t>
            </a:r>
            <a:r>
              <a:rPr lang="en-IN" dirty="0"/>
              <a:t>When a qubit becomes entangled, the state of one qubit is linked to another, no matter the distance, allowing powerful corelations and faster data processing</a:t>
            </a:r>
          </a:p>
          <a:p>
            <a:pPr marL="0" indent="0">
              <a:buNone/>
            </a:pPr>
            <a:r>
              <a:rPr lang="en-IN" b="1" dirty="0"/>
              <a:t>Interference:</a:t>
            </a:r>
            <a:r>
              <a:rPr lang="en-IN" dirty="0"/>
              <a:t> Quantum states can interfere with each other constructively as well as destructively, Amplifying correct answers and </a:t>
            </a:r>
            <a:r>
              <a:rPr lang="en-IN"/>
              <a:t>Cancelling incorrect ones</a:t>
            </a:r>
          </a:p>
          <a:p>
            <a:pPr marL="0" indent="0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605776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91</TotalTime>
  <Words>121</Words>
  <Application>Microsoft Office PowerPoint</Application>
  <PresentationFormat>Widescreen</PresentationFormat>
  <Paragraphs>16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Aptos Display</vt:lpstr>
      <vt:lpstr>Arial</vt:lpstr>
      <vt:lpstr>Office Theme</vt:lpstr>
      <vt:lpstr>Quantum Computing</vt:lpstr>
      <vt:lpstr>Difference between Classic and Quantum Computing</vt:lpstr>
      <vt:lpstr>Principles of Quantum Computing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Abdul Baseer</dc:creator>
  <cp:lastModifiedBy>Abdul Baseer</cp:lastModifiedBy>
  <cp:revision>1</cp:revision>
  <dcterms:created xsi:type="dcterms:W3CDTF">2025-11-02T10:10:09Z</dcterms:created>
  <dcterms:modified xsi:type="dcterms:W3CDTF">2025-11-02T13:08:09Z</dcterms:modified>
</cp:coreProperties>
</file>