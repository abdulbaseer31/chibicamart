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2" r:id="rId4"/>
    <p:sldId id="265" r:id="rId5"/>
    <p:sldId id="266" r:id="rId6"/>
    <p:sldId id="263" r:id="rId7"/>
    <p:sldId id="264" r:id="rId8"/>
    <p:sldId id="261" r:id="rId9"/>
    <p:sldId id="267" r:id="rId10"/>
    <p:sldId id="268" r:id="rId11"/>
    <p:sldId id="269" r:id="rId12"/>
    <p:sldId id="270" r:id="rId13"/>
    <p:sldId id="273" r:id="rId14"/>
    <p:sldId id="274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928" autoAdjust="0"/>
    <p:restoredTop sz="94660"/>
  </p:normalViewPr>
  <p:slideViewPr>
    <p:cSldViewPr snapToGrid="0">
      <p:cViewPr varScale="1">
        <p:scale>
          <a:sx n="86" d="100"/>
          <a:sy n="86" d="100"/>
        </p:scale>
        <p:origin x="58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Baseer" userId="525a5e1481b40487" providerId="LiveId" clId="{EE733B20-B195-4075-97C1-EBCE07DF12BA}"/>
    <pc:docChg chg="undo custSel addSld modSld">
      <pc:chgData name="Abdul Baseer" userId="525a5e1481b40487" providerId="LiveId" clId="{EE733B20-B195-4075-97C1-EBCE07DF12BA}" dt="2025-12-05T04:30:58.759" v="201"/>
      <pc:docMkLst>
        <pc:docMk/>
      </pc:docMkLst>
      <pc:sldChg chg="modSp modTransition">
        <pc:chgData name="Abdul Baseer" userId="525a5e1481b40487" providerId="LiveId" clId="{EE733B20-B195-4075-97C1-EBCE07DF12BA}" dt="2025-12-05T03:04:27.382" v="53"/>
        <pc:sldMkLst>
          <pc:docMk/>
          <pc:sldMk cId="200273991" sldId="256"/>
        </pc:sldMkLst>
        <pc:spChg chg="mod">
          <ac:chgData name="Abdul Baseer" userId="525a5e1481b40487" providerId="LiveId" clId="{EE733B20-B195-4075-97C1-EBCE07DF12BA}" dt="2025-12-05T03:04:27.382" v="53"/>
          <ac:spMkLst>
            <pc:docMk/>
            <pc:sldMk cId="200273991" sldId="256"/>
            <ac:spMk id="2" creationId="{A98F995F-55BE-AB00-84AA-367D8E3EEEA9}"/>
          </ac:spMkLst>
        </pc:spChg>
        <pc:spChg chg="mod">
          <ac:chgData name="Abdul Baseer" userId="525a5e1481b40487" providerId="LiveId" clId="{EE733B20-B195-4075-97C1-EBCE07DF12BA}" dt="2025-12-05T03:04:27.382" v="53"/>
          <ac:spMkLst>
            <pc:docMk/>
            <pc:sldMk cId="200273991" sldId="256"/>
            <ac:spMk id="3" creationId="{9D1E4102-2ACA-22AC-3242-BF2CE21B9F39}"/>
          </ac:spMkLst>
        </pc:spChg>
      </pc:sldChg>
      <pc:sldChg chg="modSp modTransition setBg">
        <pc:chgData name="Abdul Baseer" userId="525a5e1481b40487" providerId="LiveId" clId="{EE733B20-B195-4075-97C1-EBCE07DF12BA}" dt="2025-12-05T03:04:27.382" v="53"/>
        <pc:sldMkLst>
          <pc:docMk/>
          <pc:sldMk cId="3215170874" sldId="258"/>
        </pc:sldMkLst>
        <pc:spChg chg="mod">
          <ac:chgData name="Abdul Baseer" userId="525a5e1481b40487" providerId="LiveId" clId="{EE733B20-B195-4075-97C1-EBCE07DF12BA}" dt="2025-12-05T03:04:27.382" v="53"/>
          <ac:spMkLst>
            <pc:docMk/>
            <pc:sldMk cId="3215170874" sldId="258"/>
            <ac:spMk id="2" creationId="{316F467A-7DB6-7CC4-5DBE-EC900DCD11AA}"/>
          </ac:spMkLst>
        </pc:spChg>
        <pc:spChg chg="mod">
          <ac:chgData name="Abdul Baseer" userId="525a5e1481b40487" providerId="LiveId" clId="{EE733B20-B195-4075-97C1-EBCE07DF12BA}" dt="2025-12-05T03:04:27.382" v="53"/>
          <ac:spMkLst>
            <pc:docMk/>
            <pc:sldMk cId="3215170874" sldId="258"/>
            <ac:spMk id="3" creationId="{B73C66D7-D653-406E-8A46-218F3D58D18C}"/>
          </ac:spMkLst>
        </pc:spChg>
        <pc:spChg chg="mod">
          <ac:chgData name="Abdul Baseer" userId="525a5e1481b40487" providerId="LiveId" clId="{EE733B20-B195-4075-97C1-EBCE07DF12BA}" dt="2025-12-05T03:04:27.382" v="53"/>
          <ac:spMkLst>
            <pc:docMk/>
            <pc:sldMk cId="3215170874" sldId="258"/>
            <ac:spMk id="6" creationId="{E4BB5199-85B0-1032-100B-839423B4625F}"/>
          </ac:spMkLst>
        </pc:spChg>
      </pc:sldChg>
      <pc:sldChg chg="addSp modSp modTransition setBg">
        <pc:chgData name="Abdul Baseer" userId="525a5e1481b40487" providerId="LiveId" clId="{EE733B20-B195-4075-97C1-EBCE07DF12BA}" dt="2025-12-05T03:04:27.382" v="53"/>
        <pc:sldMkLst>
          <pc:docMk/>
          <pc:sldMk cId="1291997808" sldId="261"/>
        </pc:sldMkLst>
        <pc:spChg chg="mod">
          <ac:chgData name="Abdul Baseer" userId="525a5e1481b40487" providerId="LiveId" clId="{EE733B20-B195-4075-97C1-EBCE07DF12BA}" dt="2025-12-05T03:04:27.382" v="53"/>
          <ac:spMkLst>
            <pc:docMk/>
            <pc:sldMk cId="1291997808" sldId="261"/>
            <ac:spMk id="2" creationId="{316F467A-7DB6-7CC4-5DBE-EC900DCD11AA}"/>
          </ac:spMkLst>
        </pc:spChg>
        <pc:spChg chg="mod">
          <ac:chgData name="Abdul Baseer" userId="525a5e1481b40487" providerId="LiveId" clId="{EE733B20-B195-4075-97C1-EBCE07DF12BA}" dt="2025-12-05T03:04:27.382" v="53"/>
          <ac:spMkLst>
            <pc:docMk/>
            <pc:sldMk cId="1291997808" sldId="261"/>
            <ac:spMk id="3" creationId="{B73C66D7-D653-406E-8A46-218F3D58D18C}"/>
          </ac:spMkLst>
        </pc:spChg>
        <pc:spChg chg="mod">
          <ac:chgData name="Abdul Baseer" userId="525a5e1481b40487" providerId="LiveId" clId="{EE733B20-B195-4075-97C1-EBCE07DF12BA}" dt="2025-12-05T03:04:27.382" v="53"/>
          <ac:spMkLst>
            <pc:docMk/>
            <pc:sldMk cId="1291997808" sldId="261"/>
            <ac:spMk id="4" creationId="{B7177910-D472-9957-622E-0231803458A9}"/>
          </ac:spMkLst>
        </pc:spChg>
        <pc:graphicFrameChg chg="add mod">
          <ac:chgData name="Abdul Baseer" userId="525a5e1481b40487" providerId="LiveId" clId="{EE733B20-B195-4075-97C1-EBCE07DF12BA}" dt="2025-12-05T02:57:04.889" v="28"/>
          <ac:graphicFrameMkLst>
            <pc:docMk/>
            <pc:sldMk cId="1291997808" sldId="261"/>
            <ac:graphicFrameMk id="5" creationId="{C0ABA29A-9DEB-1874-18D5-7918AD93E20D}"/>
          </ac:graphicFrameMkLst>
        </pc:graphicFrameChg>
        <pc:graphicFrameChg chg="add mod">
          <ac:chgData name="Abdul Baseer" userId="525a5e1481b40487" providerId="LiveId" clId="{EE733B20-B195-4075-97C1-EBCE07DF12BA}" dt="2025-12-05T02:57:09.789" v="29"/>
          <ac:graphicFrameMkLst>
            <pc:docMk/>
            <pc:sldMk cId="1291997808" sldId="261"/>
            <ac:graphicFrameMk id="8" creationId="{CA1D475C-5EEC-EC06-9A54-3692D45A05DA}"/>
          </ac:graphicFrameMkLst>
        </pc:graphicFrameChg>
      </pc:sldChg>
      <pc:sldChg chg="modSp modTransition">
        <pc:chgData name="Abdul Baseer" userId="525a5e1481b40487" providerId="LiveId" clId="{EE733B20-B195-4075-97C1-EBCE07DF12BA}" dt="2025-12-05T02:53:11.252" v="8"/>
        <pc:sldMkLst>
          <pc:docMk/>
          <pc:sldMk cId="1666868190" sldId="262"/>
        </pc:sldMkLst>
        <pc:spChg chg="mod">
          <ac:chgData name="Abdul Baseer" userId="525a5e1481b40487" providerId="LiveId" clId="{EE733B20-B195-4075-97C1-EBCE07DF12BA}" dt="2025-12-05T02:52:32.834" v="7" actId="108"/>
          <ac:spMkLst>
            <pc:docMk/>
            <pc:sldMk cId="1666868190" sldId="262"/>
            <ac:spMk id="6" creationId="{8D53262D-75A6-FD33-30DC-47911F689B9F}"/>
          </ac:spMkLst>
        </pc:spChg>
        <pc:spChg chg="mod">
          <ac:chgData name="Abdul Baseer" userId="525a5e1481b40487" providerId="LiveId" clId="{EE733B20-B195-4075-97C1-EBCE07DF12BA}" dt="2025-12-05T02:52:29.486" v="6" actId="108"/>
          <ac:spMkLst>
            <pc:docMk/>
            <pc:sldMk cId="1666868190" sldId="262"/>
            <ac:spMk id="7" creationId="{2953FA87-5912-21C8-5555-9F219ACC149F}"/>
          </ac:spMkLst>
        </pc:spChg>
        <pc:spChg chg="mod">
          <ac:chgData name="Abdul Baseer" userId="525a5e1481b40487" providerId="LiveId" clId="{EE733B20-B195-4075-97C1-EBCE07DF12BA}" dt="2025-12-05T02:52:13.368" v="3" actId="108"/>
          <ac:spMkLst>
            <pc:docMk/>
            <pc:sldMk cId="1666868190" sldId="262"/>
            <ac:spMk id="8" creationId="{C7421734-A948-6AFC-EF12-3392D86E118C}"/>
          </ac:spMkLst>
        </pc:spChg>
      </pc:sldChg>
      <pc:sldChg chg="addSp modSp modTransition setBg modAnim">
        <pc:chgData name="Abdul Baseer" userId="525a5e1481b40487" providerId="LiveId" clId="{EE733B20-B195-4075-97C1-EBCE07DF12BA}" dt="2025-12-05T03:08:45.482" v="130"/>
        <pc:sldMkLst>
          <pc:docMk/>
          <pc:sldMk cId="1078924273" sldId="263"/>
        </pc:sldMkLst>
        <pc:graphicFrameChg chg="add mod">
          <ac:chgData name="Abdul Baseer" userId="525a5e1481b40487" providerId="LiveId" clId="{EE733B20-B195-4075-97C1-EBCE07DF12BA}" dt="2025-12-05T03:07:17.825" v="124"/>
          <ac:graphicFrameMkLst>
            <pc:docMk/>
            <pc:sldMk cId="1078924273" sldId="263"/>
            <ac:graphicFrameMk id="2" creationId="{C0D41BAE-2FD6-4E8E-FF4B-B7AB09159BF9}"/>
          </ac:graphicFrameMkLst>
        </pc:graphicFrameChg>
      </pc:sldChg>
      <pc:sldChg chg="modTransition setBg">
        <pc:chgData name="Abdul Baseer" userId="525a5e1481b40487" providerId="LiveId" clId="{EE733B20-B195-4075-97C1-EBCE07DF12BA}" dt="2025-12-05T03:04:40.508" v="56"/>
        <pc:sldMkLst>
          <pc:docMk/>
          <pc:sldMk cId="3300814318" sldId="264"/>
        </pc:sldMkLst>
      </pc:sldChg>
      <pc:sldChg chg="addSp modSp mod modTransition setBg modAnim">
        <pc:chgData name="Abdul Baseer" userId="525a5e1481b40487" providerId="LiveId" clId="{EE733B20-B195-4075-97C1-EBCE07DF12BA}" dt="2025-12-05T04:30:40.021" v="197" actId="1076"/>
        <pc:sldMkLst>
          <pc:docMk/>
          <pc:sldMk cId="79422656" sldId="265"/>
        </pc:sldMkLst>
        <pc:picChg chg="add mod">
          <ac:chgData name="Abdul Baseer" userId="525a5e1481b40487" providerId="LiveId" clId="{EE733B20-B195-4075-97C1-EBCE07DF12BA}" dt="2025-12-05T03:13:49.185" v="135"/>
          <ac:picMkLst>
            <pc:docMk/>
            <pc:sldMk cId="79422656" sldId="265"/>
            <ac:picMk id="2" creationId="{7CFD322D-6AEA-EEEA-EBFB-C6595C077EDD}"/>
          </ac:picMkLst>
        </pc:picChg>
        <pc:picChg chg="mod">
          <ac:chgData name="Abdul Baseer" userId="525a5e1481b40487" providerId="LiveId" clId="{EE733B20-B195-4075-97C1-EBCE07DF12BA}" dt="2025-12-05T04:30:40.021" v="197" actId="1076"/>
          <ac:picMkLst>
            <pc:docMk/>
            <pc:sldMk cId="79422656" sldId="265"/>
            <ac:picMk id="13" creationId="{7CFD322D-6AEA-EEEA-EBFB-C6595C077EDD}"/>
          </ac:picMkLst>
        </pc:picChg>
      </pc:sldChg>
      <pc:sldChg chg="modTransition setBg">
        <pc:chgData name="Abdul Baseer" userId="525a5e1481b40487" providerId="LiveId" clId="{EE733B20-B195-4075-97C1-EBCE07DF12BA}" dt="2025-12-05T03:03:13.158" v="51"/>
        <pc:sldMkLst>
          <pc:docMk/>
          <pc:sldMk cId="2215906752" sldId="266"/>
        </pc:sldMkLst>
      </pc:sldChg>
      <pc:sldChg chg="addSp modSp modTransition modAnim">
        <pc:chgData name="Abdul Baseer" userId="525a5e1481b40487" providerId="LiveId" clId="{EE733B20-B195-4075-97C1-EBCE07DF12BA}" dt="2025-12-05T03:10:20.761" v="132"/>
        <pc:sldMkLst>
          <pc:docMk/>
          <pc:sldMk cId="1587496316" sldId="267"/>
        </pc:sldMkLst>
        <pc:spChg chg="add mod">
          <ac:chgData name="Abdul Baseer" userId="525a5e1481b40487" providerId="LiveId" clId="{EE733B20-B195-4075-97C1-EBCE07DF12BA}" dt="2025-12-05T02:56:06.617" v="23" actId="20577"/>
          <ac:spMkLst>
            <pc:docMk/>
            <pc:sldMk cId="1587496316" sldId="267"/>
            <ac:spMk id="9" creationId="{37B1EBF3-7216-8177-DB80-24689D241B03}"/>
          </ac:spMkLst>
        </pc:spChg>
        <pc:spChg chg="mod">
          <ac:chgData name="Abdul Baseer" userId="525a5e1481b40487" providerId="LiveId" clId="{EE733B20-B195-4075-97C1-EBCE07DF12BA}" dt="2025-12-05T02:54:55.313" v="12" actId="20577"/>
          <ac:spMkLst>
            <pc:docMk/>
            <pc:sldMk cId="1587496316" sldId="267"/>
            <ac:spMk id="10" creationId="{E47A7B13-7486-ADBB-67E4-8F789D2A6A1A}"/>
          </ac:spMkLst>
        </pc:spChg>
        <pc:graphicFrameChg chg="add mod">
          <ac:chgData name="Abdul Baseer" userId="525a5e1481b40487" providerId="LiveId" clId="{EE733B20-B195-4075-97C1-EBCE07DF12BA}" dt="2025-12-05T03:10:19.048" v="131"/>
          <ac:graphicFrameMkLst>
            <pc:docMk/>
            <pc:sldMk cId="1587496316" sldId="267"/>
            <ac:graphicFrameMk id="11" creationId="{7355BFD0-255D-0AB9-94FF-EDC10AD7F89A}"/>
          </ac:graphicFrameMkLst>
        </pc:graphicFrameChg>
        <pc:picChg chg="add mod">
          <ac:chgData name="Abdul Baseer" userId="525a5e1481b40487" providerId="LiveId" clId="{EE733B20-B195-4075-97C1-EBCE07DF12BA}" dt="2025-12-05T02:54:04.857" v="9"/>
          <ac:picMkLst>
            <pc:docMk/>
            <pc:sldMk cId="1587496316" sldId="267"/>
            <ac:picMk id="6" creationId="{7C0CB4CE-F4DF-8A46-E221-BDD8471CB234}"/>
          </ac:picMkLst>
        </pc:picChg>
        <pc:picChg chg="add mod">
          <ac:chgData name="Abdul Baseer" userId="525a5e1481b40487" providerId="LiveId" clId="{EE733B20-B195-4075-97C1-EBCE07DF12BA}" dt="2025-12-05T02:54:51.569" v="11"/>
          <ac:picMkLst>
            <pc:docMk/>
            <pc:sldMk cId="1587496316" sldId="267"/>
            <ac:picMk id="7" creationId="{52FE13EE-7CC5-8D20-3B95-E0575F061861}"/>
          </ac:picMkLst>
        </pc:picChg>
      </pc:sldChg>
      <pc:sldChg chg="addSp modSp modTransition">
        <pc:chgData name="Abdul Baseer" userId="525a5e1481b40487" providerId="LiveId" clId="{EE733B20-B195-4075-97C1-EBCE07DF12BA}" dt="2025-12-05T02:57:59.943" v="30"/>
        <pc:sldMkLst>
          <pc:docMk/>
          <pc:sldMk cId="69889605" sldId="268"/>
        </pc:sldMkLst>
        <pc:picChg chg="add mod">
          <ac:chgData name="Abdul Baseer" userId="525a5e1481b40487" providerId="LiveId" clId="{EE733B20-B195-4075-97C1-EBCE07DF12BA}" dt="2025-12-05T02:57:59.943" v="30"/>
          <ac:picMkLst>
            <pc:docMk/>
            <pc:sldMk cId="69889605" sldId="268"/>
            <ac:picMk id="4" creationId="{A6CC3291-5D12-316B-9177-F484052B6CAF}"/>
          </ac:picMkLst>
        </pc:picChg>
      </pc:sldChg>
      <pc:sldChg chg="modTransition setBg">
        <pc:chgData name="Abdul Baseer" userId="525a5e1481b40487" providerId="LiveId" clId="{EE733B20-B195-4075-97C1-EBCE07DF12BA}" dt="2025-12-05T03:05:41.444" v="123"/>
        <pc:sldMkLst>
          <pc:docMk/>
          <pc:sldMk cId="1080446207" sldId="269"/>
        </pc:sldMkLst>
      </pc:sldChg>
      <pc:sldChg chg="modTransition">
        <pc:chgData name="Abdul Baseer" userId="525a5e1481b40487" providerId="LiveId" clId="{EE733B20-B195-4075-97C1-EBCE07DF12BA}" dt="2025-12-05T02:53:11.252" v="8"/>
        <pc:sldMkLst>
          <pc:docMk/>
          <pc:sldMk cId="2744342115" sldId="270"/>
        </pc:sldMkLst>
      </pc:sldChg>
      <pc:sldChg chg="addSp delSp modSp mod modTransition setBg modAnim">
        <pc:chgData name="Abdul Baseer" userId="525a5e1481b40487" providerId="LiveId" clId="{EE733B20-B195-4075-97C1-EBCE07DF12BA}" dt="2025-12-05T04:30:58.759" v="201"/>
        <pc:sldMkLst>
          <pc:docMk/>
          <pc:sldMk cId="858463821" sldId="273"/>
        </pc:sldMkLst>
        <pc:spChg chg="add">
          <ac:chgData name="Abdul Baseer" userId="525a5e1481b40487" providerId="LiveId" clId="{EE733B20-B195-4075-97C1-EBCE07DF12BA}" dt="2025-12-05T03:17:25.863" v="182"/>
          <ac:spMkLst>
            <pc:docMk/>
            <pc:sldMk cId="858463821" sldId="273"/>
            <ac:spMk id="3" creationId="{1956BA9C-5868-C2FE-F0EF-FCAA06B595EC}"/>
          </ac:spMkLst>
        </pc:spChg>
        <pc:spChg chg="add del mod">
          <ac:chgData name="Abdul Baseer" userId="525a5e1481b40487" providerId="LiveId" clId="{EE733B20-B195-4075-97C1-EBCE07DF12BA}" dt="2025-12-05T04:29:03.331" v="186" actId="478"/>
          <ac:spMkLst>
            <pc:docMk/>
            <pc:sldMk cId="858463821" sldId="273"/>
            <ac:spMk id="4" creationId="{C1DB24C8-8C1C-6E8F-8219-6B6ED22E1B35}"/>
          </ac:spMkLst>
        </pc:spChg>
        <pc:graphicFrameChg chg="add mod">
          <ac:chgData name="Abdul Baseer" userId="525a5e1481b40487" providerId="LiveId" clId="{EE733B20-B195-4075-97C1-EBCE07DF12BA}" dt="2025-12-05T03:10:27.514" v="134"/>
          <ac:graphicFrameMkLst>
            <pc:docMk/>
            <pc:sldMk cId="858463821" sldId="273"/>
            <ac:graphicFrameMk id="2" creationId="{516F14D4-0740-F285-2E74-96D2604AF563}"/>
          </ac:graphicFrameMkLst>
        </pc:graphicFrameChg>
        <pc:picChg chg="add mod">
          <ac:chgData name="Abdul Baseer" userId="525a5e1481b40487" providerId="LiveId" clId="{EE733B20-B195-4075-97C1-EBCE07DF12BA}" dt="2025-12-05T04:30:23.507" v="193" actId="1076"/>
          <ac:picMkLst>
            <pc:docMk/>
            <pc:sldMk cId="858463821" sldId="273"/>
            <ac:picMk id="6" creationId="{A4EB1A62-ED0C-B9DB-212E-B93786DC7570}"/>
          </ac:picMkLst>
        </pc:picChg>
        <pc:picChg chg="add mod">
          <ac:chgData name="Abdul Baseer" userId="525a5e1481b40487" providerId="LiveId" clId="{EE733B20-B195-4075-97C1-EBCE07DF12BA}" dt="2025-12-05T04:30:45.682" v="199" actId="1076"/>
          <ac:picMkLst>
            <pc:docMk/>
            <pc:sldMk cId="858463821" sldId="273"/>
            <ac:picMk id="7" creationId="{5DA314B8-CD78-5920-C08A-705E4C8CC501}"/>
          </ac:picMkLst>
        </pc:picChg>
      </pc:sldChg>
      <pc:sldChg chg="addSp modSp mod">
        <pc:chgData name="Abdul Baseer" userId="525a5e1481b40487" providerId="LiveId" clId="{EE733B20-B195-4075-97C1-EBCE07DF12BA}" dt="2025-12-05T04:30:29.472" v="195" actId="14100"/>
        <pc:sldMkLst>
          <pc:docMk/>
          <pc:sldMk cId="3997634838" sldId="274"/>
        </pc:sldMkLst>
        <pc:picChg chg="add mod">
          <ac:chgData name="Abdul Baseer" userId="525a5e1481b40487" providerId="LiveId" clId="{EE733B20-B195-4075-97C1-EBCE07DF12BA}" dt="2025-12-05T04:30:29.472" v="195" actId="14100"/>
          <ac:picMkLst>
            <pc:docMk/>
            <pc:sldMk cId="3997634838" sldId="274"/>
            <ac:picMk id="3" creationId="{3FD13C86-4B4E-4B67-A8D7-0930A65E3174}"/>
          </ac:picMkLst>
        </pc:picChg>
      </pc:sldChg>
      <pc:sldChg chg="modSp add setBg modAnim">
        <pc:chgData name="Abdul Baseer" userId="525a5e1481b40487" providerId="LiveId" clId="{EE733B20-B195-4075-97C1-EBCE07DF12BA}" dt="2025-12-05T03:17:13.368" v="181"/>
        <pc:sldMkLst>
          <pc:docMk/>
          <pc:sldMk cId="2362210045" sldId="276"/>
        </pc:sldMkLst>
        <pc:spChg chg="mod">
          <ac:chgData name="Abdul Baseer" userId="525a5e1481b40487" providerId="LiveId" clId="{EE733B20-B195-4075-97C1-EBCE07DF12BA}" dt="2025-12-05T03:16:41.352" v="172" actId="20577"/>
          <ac:spMkLst>
            <pc:docMk/>
            <pc:sldMk cId="2362210045" sldId="276"/>
            <ac:spMk id="2" creationId="{A98F995F-55BE-AB00-84AA-367D8E3EEEA9}"/>
          </ac:spMkLst>
        </pc:spChg>
        <pc:spChg chg="mod">
          <ac:chgData name="Abdul Baseer" userId="525a5e1481b40487" providerId="LiveId" clId="{EE733B20-B195-4075-97C1-EBCE07DF12BA}" dt="2025-12-05T03:16:33.909" v="141" actId="20577"/>
          <ac:spMkLst>
            <pc:docMk/>
            <pc:sldMk cId="2362210045" sldId="276"/>
            <ac:spMk id="3" creationId="{9D1E4102-2ACA-22AC-3242-BF2CE21B9F39}"/>
          </ac:spMkLst>
        </pc:spChg>
        <pc:graphicFrameChg chg="mod">
          <ac:chgData name="Abdul Baseer" userId="525a5e1481b40487" providerId="LiveId" clId="{EE733B20-B195-4075-97C1-EBCE07DF12BA}" dt="2025-12-05T03:17:02.230" v="176"/>
          <ac:graphicFrameMkLst>
            <pc:docMk/>
            <pc:sldMk cId="2362210045" sldId="276"/>
            <ac:graphicFrameMk id="4" creationId="{5993A01B-0028-E896-E72E-57439A594B5F}"/>
          </ac:graphicFrameMkLst>
        </pc:graphicFrameChg>
        <pc:graphicFrameChg chg="mod">
          <ac:chgData name="Abdul Baseer" userId="525a5e1481b40487" providerId="LiveId" clId="{EE733B20-B195-4075-97C1-EBCE07DF12BA}" dt="2025-12-05T03:17:02.230" v="176"/>
          <ac:graphicFrameMkLst>
            <pc:docMk/>
            <pc:sldMk cId="2362210045" sldId="276"/>
            <ac:graphicFrameMk id="5" creationId="{C6C6FE0E-9EC7-2330-2ECB-A323A3AB1FE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28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02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66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84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86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778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517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61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98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96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83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9B2A1-B592-4BFA-80A8-C2471B7DCB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B2570-5FED-4953-9BB0-6F2954AFE3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52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17/06/relationships/model3d" Target="../media/model3d2.glb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microsoft.com/office/2017/06/relationships/model3d" Target="../media/model3d2.glb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microsoft.com/office/2017/06/relationships/model3d" Target="../media/model3d3.glb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microsoft.com/office/2017/06/relationships/model3d" Target="../media/model3d4.glb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7/06/relationships/model3d" Target="../media/model3d4.glb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microsoft.com/office/2017/06/relationships/model3d" Target="../media/model3d2.glb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7" Type="http://schemas.openxmlformats.org/officeDocument/2006/relationships/image" Target="../media/image2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17/06/relationships/model3d" Target="../media/model3d2.glb"/><Relationship Id="rId5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microsoft.com/office/2017/06/relationships/model3d" Target="../media/model3d3.glb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995F-55BE-AB00-84AA-367D8E3EEE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Load Cell and Fire Sensors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E4102-2ACA-22AC-3242-BF2CE21B9F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 visual representation of Polarization in daily important devices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5993A01B-0028-E896-E72E-57439A594B5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26314967"/>
                  </p:ext>
                </p:extLst>
              </p:nvPr>
            </p:nvGraphicFramePr>
            <p:xfrm rot="3728748">
              <a:off x="722976" y="471359"/>
              <a:ext cx="2921119" cy="2369245"/>
            </p:xfrm>
            <a:graphic>
              <a:graphicData uri="http://schemas.microsoft.com/office/drawing/2017/model3d">
                <am3d:model3d r:embed="rId3">
                  <am3d:spPr>
                    <a:xfrm rot="3728748">
                      <a:off x="0" y="0"/>
                      <a:ext cx="2921119" cy="2369245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4857793" ay="-997341" az="-365554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7774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5993A01B-0028-E896-E72E-57439A594B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728748">
                <a:off x="722976" y="471359"/>
                <a:ext cx="2921119" cy="2369245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 digital scale with a display&#10;&#10;AI-generated content may be incorrect.">
            <a:extLst>
              <a:ext uri="{FF2B5EF4-FFF2-40B4-BE49-F238E27FC236}">
                <a16:creationId xmlns:a16="http://schemas.microsoft.com/office/drawing/2014/main" id="{427E8A24-CCFA-3AA0-3A29-46A7E21F1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9" y="4010435"/>
            <a:ext cx="2494730" cy="249473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C6C6FE0E-9EC7-2330-2ECB-A323A3AB1FE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43705963"/>
                  </p:ext>
                </p:extLst>
              </p:nvPr>
            </p:nvGraphicFramePr>
            <p:xfrm>
              <a:off x="8204958" y="-112346"/>
              <a:ext cx="2634289" cy="2672328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2634289" cy="2672328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 ax="-2304980" ay="421043" az="-332039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87059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C6C6FE0E-9EC7-2330-2ECB-A323A3AB1F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04958" y="-112346"/>
                <a:ext cx="2634289" cy="2672328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red and silver sprinkler&#10;&#10;AI-generated content may be incorrect.">
            <a:extLst>
              <a:ext uri="{FF2B5EF4-FFF2-40B4-BE49-F238E27FC236}">
                <a16:creationId xmlns:a16="http://schemas.microsoft.com/office/drawing/2014/main" id="{893E7B9A-F670-96EE-B937-4A1541929A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165" y="3908612"/>
            <a:ext cx="2949388" cy="294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3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F467A-7DB6-7CC4-5DBE-EC900DCD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Piezo-electricity and Pyro-electricity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C66D7-D653-406E-8A46-218F3D58D1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Piezo is a Greek word for Pressure. Thus, Piezoelectricity refers to the electric response under a pressure or a “Load”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4BB5199-85B0-1032-100B-839423B462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kern="1200" dirty="0"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Pyro is a Greek word for Fire/Heat. Thus, Pyroelectricity refers to the electric response under the influence of heat.</a:t>
            </a:r>
            <a:endParaRPr lang="en-IN" dirty="0">
              <a:solidFill>
                <a:schemeClr val="bg1"/>
              </a:solidFill>
              <a:effectLst/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B0DA1FED-91EF-DC9D-448F-A2D059525E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2472011"/>
                  </p:ext>
                </p:extLst>
              </p:nvPr>
            </p:nvGraphicFramePr>
            <p:xfrm>
              <a:off x="942628" y="2099401"/>
              <a:ext cx="4750806" cy="383766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50806" cy="3837665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4857793" ay="-997341" az="-365554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614771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B0DA1FED-91EF-DC9D-448F-A2D059525E6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2628" y="2099401"/>
                <a:ext cx="4750806" cy="38376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>
                <a:extLst>
                  <a:ext uri="{FF2B5EF4-FFF2-40B4-BE49-F238E27FC236}">
                    <a16:creationId xmlns:a16="http://schemas.microsoft.com/office/drawing/2014/main" id="{5DC856E1-3478-E68B-9F49-9189C4B3DA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3636989"/>
                  </p:ext>
                </p:extLst>
              </p:nvPr>
            </p:nvGraphicFramePr>
            <p:xfrm>
              <a:off x="6952597" y="3006856"/>
              <a:ext cx="3242964" cy="324296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242964" cy="3242964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7995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>
                <a:extLst>
                  <a:ext uri="{FF2B5EF4-FFF2-40B4-BE49-F238E27FC236}">
                    <a16:creationId xmlns:a16="http://schemas.microsoft.com/office/drawing/2014/main" id="{5DC856E1-3478-E68B-9F49-9189C4B3DA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52597" y="3006856"/>
                <a:ext cx="3242964" cy="3242964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blue grid on a blue surface&#10;&#10;AI-generated content may be incorrect.">
            <a:extLst>
              <a:ext uri="{FF2B5EF4-FFF2-40B4-BE49-F238E27FC236}">
                <a16:creationId xmlns:a16="http://schemas.microsoft.com/office/drawing/2014/main" id="{1A101B07-7F47-D50A-BB8E-47E6FD9262C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75091"/>
            <a:ext cx="464658" cy="28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70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grid on a blue surface&#10;&#10;AI-generated content may be incorrect.">
            <a:extLst>
              <a:ext uri="{FF2B5EF4-FFF2-40B4-BE49-F238E27FC236}">
                <a16:creationId xmlns:a16="http://schemas.microsoft.com/office/drawing/2014/main" id="{12F34F3C-FBB6-DF02-990F-05F65ACB91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0A81AC-11D3-C0E8-96FB-03268363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Forte" panose="03060902040502070203" pitchFamily="66" charset="0"/>
              </a:rPr>
              <a:t>LOAD CELL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6611F4C1-2B17-0A98-7A35-5B25FD7A54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12634154"/>
                  </p:ext>
                </p:extLst>
              </p:nvPr>
            </p:nvGraphicFramePr>
            <p:xfrm>
              <a:off x="4815837" y="477425"/>
              <a:ext cx="2560323" cy="292138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560323" cy="2921382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1710762" ay="-55181" az="-2995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74944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6611F4C1-2B17-0A98-7A35-5B25FD7A54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5837" y="477425"/>
                <a:ext cx="2560323" cy="29213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41AF6F29-1BB2-F7E2-A004-5377B599FD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08835363"/>
                  </p:ext>
                </p:extLst>
              </p:nvPr>
            </p:nvGraphicFramePr>
            <p:xfrm>
              <a:off x="2398971" y="3459193"/>
              <a:ext cx="2960077" cy="351211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960077" cy="3512116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-5559801" ay="96427" az="1865192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7494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41AF6F29-1BB2-F7E2-A004-5377B599FD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98971" y="3459193"/>
                <a:ext cx="2960077" cy="35121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0BF7B997-FA22-99CC-5106-B798565E15F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2133479"/>
                  </p:ext>
                </p:extLst>
              </p:nvPr>
            </p:nvGraphicFramePr>
            <p:xfrm>
              <a:off x="6651593" y="3506783"/>
              <a:ext cx="2902969" cy="341693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902969" cy="3416936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5330126" ay="-45650" az="8810833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74944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0BF7B997-FA22-99CC-5106-B798565E15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51593" y="3506783"/>
                <a:ext cx="2902969" cy="3416936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953FA87-5912-21C8-5555-9F219ACC149F}"/>
              </a:ext>
            </a:extLst>
          </p:cNvPr>
          <p:cNvSpPr txBox="1"/>
          <p:nvPr/>
        </p:nvSpPr>
        <p:spPr>
          <a:xfrm>
            <a:off x="8377056" y="2563563"/>
            <a:ext cx="2355012" cy="1077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Load application point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3262D-75A6-FD33-30DC-47911F689B9F}"/>
              </a:ext>
            </a:extLst>
          </p:cNvPr>
          <p:cNvSpPr txBox="1"/>
          <p:nvPr/>
        </p:nvSpPr>
        <p:spPr>
          <a:xfrm>
            <a:off x="9727090" y="4978439"/>
            <a:ext cx="1292545" cy="1077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Spring Element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421734-A948-6AFC-EF12-3392D86E118C}"/>
              </a:ext>
            </a:extLst>
          </p:cNvPr>
          <p:cNvSpPr txBox="1"/>
          <p:nvPr/>
        </p:nvSpPr>
        <p:spPr>
          <a:xfrm>
            <a:off x="838198" y="3336667"/>
            <a:ext cx="2355012" cy="10772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Agency FB" panose="020B0503020202020204" pitchFamily="34" charset="0"/>
              </a:rPr>
              <a:t>Mounted Assembly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5B0880-AF54-3B38-B121-785481865F3E}"/>
              </a:ext>
            </a:extLst>
          </p:cNvPr>
          <p:cNvCxnSpPr>
            <a:cxnSpLocks/>
          </p:cNvCxnSpPr>
          <p:nvPr/>
        </p:nvCxnSpPr>
        <p:spPr>
          <a:xfrm flipH="1">
            <a:off x="8212347" y="3398807"/>
            <a:ext cx="931653" cy="82813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19E2B5-3D93-6019-71B8-8497BAD09C15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9316528" y="5063706"/>
            <a:ext cx="410562" cy="45334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3B63EA-4148-6446-3695-5097D15C0E91}"/>
              </a:ext>
            </a:extLst>
          </p:cNvPr>
          <p:cNvCxnSpPr>
            <a:cxnSpLocks/>
          </p:cNvCxnSpPr>
          <p:nvPr/>
        </p:nvCxnSpPr>
        <p:spPr>
          <a:xfrm>
            <a:off x="2216989" y="4157932"/>
            <a:ext cx="759124" cy="6383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D75045-1155-93D3-7CC1-BBC311E92FC3}"/>
              </a:ext>
            </a:extLst>
          </p:cNvPr>
          <p:cNvCxnSpPr>
            <a:cxnSpLocks/>
          </p:cNvCxnSpPr>
          <p:nvPr/>
        </p:nvCxnSpPr>
        <p:spPr>
          <a:xfrm>
            <a:off x="2216989" y="4157932"/>
            <a:ext cx="1647645" cy="6901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868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FC3643D3-5756-AE1C-9B85-685BA58AF1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01395210"/>
                  </p:ext>
                </p:extLst>
              </p:nvPr>
            </p:nvGraphicFramePr>
            <p:xfrm>
              <a:off x="293812" y="0"/>
              <a:ext cx="2598393" cy="408319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598393" cy="4083190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4052519" ay="-235953" az="-56516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74944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FC3643D3-5756-AE1C-9B85-685BA58AF1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812" y="0"/>
                <a:ext cx="2598393" cy="408319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FE2D3ED-2D36-7379-71C7-4449860ED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8636" y="941573"/>
            <a:ext cx="3887486" cy="3518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FD322D-6AEA-EEEA-EBFB-C6595C077E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3451" y="941573"/>
            <a:ext cx="4157855" cy="351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2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FC3643D3-5756-AE1C-9B85-685BA58AF12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3812" y="0"/>
              <a:ext cx="2598393" cy="408319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598393" cy="4083190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4052519" ay="-235953" az="-56516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74944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FC3643D3-5756-AE1C-9B85-685BA58AF1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812" y="0"/>
                <a:ext cx="2598393" cy="408319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CFD322D-6AEA-EEEA-EBFB-C6595C077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6200" y="429509"/>
            <a:ext cx="7496871" cy="633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06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021DA6FC-41AB-FA4B-A26B-A025D5CA41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50228179"/>
                  </p:ext>
                </p:extLst>
              </p:nvPr>
            </p:nvGraphicFramePr>
            <p:xfrm rot="10800000">
              <a:off x="3643016" y="1398964"/>
              <a:ext cx="2293819" cy="4060071"/>
            </p:xfrm>
            <a:graphic>
              <a:graphicData uri="http://schemas.microsoft.com/office/drawing/2017/model3d">
                <am3d:model3d r:embed="rId2">
                  <am3d:spPr>
                    <a:xfrm rot="10800000">
                      <a:off x="0" y="0"/>
                      <a:ext cx="2293819" cy="4060071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4488163" ay="-27" az="-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74944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021DA6FC-41AB-FA4B-A26B-A025D5CA41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3643016" y="1398964"/>
                <a:ext cx="2293819" cy="40600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C0D41BAE-2FD6-4E8E-FF4B-B7AB09159B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62381040"/>
                  </p:ext>
                </p:extLst>
              </p:nvPr>
            </p:nvGraphicFramePr>
            <p:xfrm>
              <a:off x="2260103" y="844771"/>
              <a:ext cx="8583623" cy="5573282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8583623" cy="5573282"/>
                    </a:xfrm>
                    <a:prstGeom prst="rect">
                      <a:avLst/>
                    </a:prstGeom>
                  </am3d:spPr>
                  <am3d:camera>
                    <am3d:pos x="0" y="0" z="5720881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45408" d="1000000"/>
                    <am3d:preTrans dx="-5231474" dy="358133" dz="-1074298"/>
                    <am3d:scale>
                      <am3d:sx n="1000000" d="1000000"/>
                      <am3d:sy n="1000000" d="1000000"/>
                      <am3d:sz n="1000000" d="1000000"/>
                    </am3d:scale>
                    <am3d:rot ax="5433124" ay="-262" az="27513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05245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C0D41BAE-2FD6-4E8E-FF4B-B7AB09159B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0103" y="844771"/>
                <a:ext cx="8583623" cy="55732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892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C0D41BAE-2FD6-4E8E-FF4B-B7AB09159B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6499411"/>
                  </p:ext>
                </p:extLst>
              </p:nvPr>
            </p:nvGraphicFramePr>
            <p:xfrm>
              <a:off x="1714314" y="2402142"/>
              <a:ext cx="9795965" cy="237227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9795965" cy="2372272"/>
                    </a:xfrm>
                    <a:prstGeom prst="rect">
                      <a:avLst/>
                    </a:prstGeom>
                  </am3d:spPr>
                  <am3d:camera>
                    <am3d:pos x="0" y="0" z="5720881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45408" d="1000000"/>
                    <am3d:preTrans dx="-5231474" dy="358133" dz="-1074298"/>
                    <am3d:scale>
                      <am3d:sx n="1000000" d="1000000"/>
                      <am3d:sy n="1000000" d="1000000"/>
                      <am3d:sz n="1000000" d="1000000"/>
                    </am3d:scale>
                    <am3d:rot ax="165844" ay="315163" az="1519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052455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C0D41BAE-2FD6-4E8E-FF4B-B7AB09159B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4314" y="2402142"/>
                <a:ext cx="9795965" cy="237227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0814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F467A-7DB6-7CC4-5DBE-EC900DCD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Piezo-electricity and Pyro-electricity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C66D7-D653-406E-8A46-218F3D58D1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  <a:latin typeface="Agency FB" panose="020B0503020202020204" pitchFamily="34" charset="0"/>
              </a:rPr>
              <a:t>Piezo is a Greek word for Pressure. Thus, Piezoelectricity refers to the electric response under a pressure or a “Load”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77910-D472-9957-622E-0231803458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kern="1200" dirty="0">
                <a:solidFill>
                  <a:schemeClr val="bg1"/>
                </a:solidFill>
                <a:effectLst/>
                <a:latin typeface="Agency FB" panose="020B0503020202020204" pitchFamily="34" charset="0"/>
              </a:rPr>
              <a:t>Pyro is a Greek word for Fire/Heat. Thus, Pyroelectricity refers to the electric response under the influence of heat.</a:t>
            </a:r>
            <a:endParaRPr lang="en-IN" dirty="0">
              <a:solidFill>
                <a:schemeClr val="bg1"/>
              </a:solidFill>
              <a:effectLst/>
              <a:latin typeface="Agency FB" panose="020B0503020202020204" pitchFamily="34" charset="0"/>
            </a:endParaRP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>
                <a:extLst>
                  <a:ext uri="{FF2B5EF4-FFF2-40B4-BE49-F238E27FC236}">
                    <a16:creationId xmlns:a16="http://schemas.microsoft.com/office/drawing/2014/main" id="{16D7DED5-661D-F1EE-C3B2-86AC3B7F0C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85164434"/>
                  </p:ext>
                </p:extLst>
              </p:nvPr>
            </p:nvGraphicFramePr>
            <p:xfrm>
              <a:off x="942628" y="2099401"/>
              <a:ext cx="4750806" cy="383766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50806" cy="3837665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4857793" ay="-997341" az="-365554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614771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>
                <a:extLst>
                  <a:ext uri="{FF2B5EF4-FFF2-40B4-BE49-F238E27FC236}">
                    <a16:creationId xmlns:a16="http://schemas.microsoft.com/office/drawing/2014/main" id="{16D7DED5-661D-F1EE-C3B2-86AC3B7F0C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2628" y="2099401"/>
                <a:ext cx="4750806" cy="38376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>
                <a:extLst>
                  <a:ext uri="{FF2B5EF4-FFF2-40B4-BE49-F238E27FC236}">
                    <a16:creationId xmlns:a16="http://schemas.microsoft.com/office/drawing/2014/main" id="{182E4AB4-6D83-DDE5-7DC5-980B452BB4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5387107"/>
                  </p:ext>
                </p:extLst>
              </p:nvPr>
            </p:nvGraphicFramePr>
            <p:xfrm>
              <a:off x="6952597" y="3006856"/>
              <a:ext cx="3242964" cy="324296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242964" cy="3242964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7995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>
                <a:extLst>
                  <a:ext uri="{FF2B5EF4-FFF2-40B4-BE49-F238E27FC236}">
                    <a16:creationId xmlns:a16="http://schemas.microsoft.com/office/drawing/2014/main" id="{182E4AB4-6D83-DDE5-7DC5-980B452BB4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52597" y="3006856"/>
                <a:ext cx="3242964" cy="3242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C0ABA29A-9DEB-1874-18D5-7918AD93E2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081866"/>
                  </p:ext>
                </p:extLst>
              </p:nvPr>
            </p:nvGraphicFramePr>
            <p:xfrm>
              <a:off x="6952597" y="3006856"/>
              <a:ext cx="3242964" cy="324296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242964" cy="3242964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7995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C0ABA29A-9DEB-1874-18D5-7918AD93E2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52597" y="3006856"/>
                <a:ext cx="3242964" cy="3242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>
                <a:extLst>
                  <a:ext uri="{FF2B5EF4-FFF2-40B4-BE49-F238E27FC236}">
                    <a16:creationId xmlns:a16="http://schemas.microsoft.com/office/drawing/2014/main" id="{CA1D475C-5EEC-EC06-9A54-3692D45A05D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0441507"/>
                  </p:ext>
                </p:extLst>
              </p:nvPr>
            </p:nvGraphicFramePr>
            <p:xfrm>
              <a:off x="6952597" y="3006856"/>
              <a:ext cx="3242964" cy="324296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242964" cy="3242964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7995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>
                <a:extLst>
                  <a:ext uri="{FF2B5EF4-FFF2-40B4-BE49-F238E27FC236}">
                    <a16:creationId xmlns:a16="http://schemas.microsoft.com/office/drawing/2014/main" id="{CA1D475C-5EEC-EC06-9A54-3692D45A05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52597" y="3006856"/>
                <a:ext cx="3242964" cy="324296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1997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grid on a blue surface&#10;&#10;AI-generated content may be incorrect.">
            <a:extLst>
              <a:ext uri="{FF2B5EF4-FFF2-40B4-BE49-F238E27FC236}">
                <a16:creationId xmlns:a16="http://schemas.microsoft.com/office/drawing/2014/main" id="{7C0CB4CE-F4DF-8A46-E221-BDD8471CB2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2192001" cy="685800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7355BFD0-255D-0AB9-94FF-EDC10AD7F89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97119438"/>
                  </p:ext>
                </p:extLst>
              </p:nvPr>
            </p:nvGraphicFramePr>
            <p:xfrm>
              <a:off x="4257311" y="662780"/>
              <a:ext cx="3256862" cy="246597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256862" cy="2465976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 ax="3753026" ay="-2" az="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79958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7355BFD0-255D-0AB9-94FF-EDC10AD7F8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57311" y="662780"/>
                <a:ext cx="3256862" cy="2465976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188F25DE-ABEC-66B0-7561-E3EE73E3313C}"/>
              </a:ext>
            </a:extLst>
          </p:cNvPr>
          <p:cNvSpPr txBox="1">
            <a:spLocks/>
          </p:cNvSpPr>
          <p:nvPr/>
        </p:nvSpPr>
        <p:spPr>
          <a:xfrm>
            <a:off x="838199" y="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bg1"/>
                </a:solidFill>
                <a:latin typeface="Forte" panose="03060902040502070203" pitchFamily="66" charset="0"/>
              </a:rPr>
              <a:t>FIRE DETECTOR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82E08267-59AC-DAE0-001F-77A045A070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43471706"/>
                  </p:ext>
                </p:extLst>
              </p:nvPr>
            </p:nvGraphicFramePr>
            <p:xfrm>
              <a:off x="176797" y="3310045"/>
              <a:ext cx="3218771" cy="321877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218771" cy="3218771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79958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82E08267-59AC-DAE0-001F-77A045A070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6797" y="3310045"/>
                <a:ext cx="3218771" cy="3218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3C269B2C-F118-94D2-5F0D-50E5E7EAC63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29539179"/>
                  </p:ext>
                </p:extLst>
              </p:nvPr>
            </p:nvGraphicFramePr>
            <p:xfrm>
              <a:off x="8796434" y="3310045"/>
              <a:ext cx="3284699" cy="335209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284699" cy="3352093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 ax="-10799998" ay="-396894" az="-107999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7995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3C269B2C-F118-94D2-5F0D-50E5E7EAC6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96434" y="3310045"/>
                <a:ext cx="3284699" cy="3352093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Ionization smoke detector with the cover removed, showing the main component parts">
            <a:extLst>
              <a:ext uri="{FF2B5EF4-FFF2-40B4-BE49-F238E27FC236}">
                <a16:creationId xmlns:a16="http://schemas.microsoft.com/office/drawing/2014/main" id="{FA547CB2-3B18-AE55-D53D-52F48E358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943" y="3128756"/>
            <a:ext cx="4803597" cy="3352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415430-B62B-A171-4D37-8E6F57D3B472}"/>
              </a:ext>
            </a:extLst>
          </p:cNvPr>
          <p:cNvSpPr txBox="1"/>
          <p:nvPr/>
        </p:nvSpPr>
        <p:spPr>
          <a:xfrm>
            <a:off x="9226752" y="4724481"/>
            <a:ext cx="2424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gency FB" panose="020B0503020202020204" pitchFamily="34" charset="0"/>
              </a:rPr>
              <a:t>Battery, Details etc.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7A7B13-7486-ADBB-67E4-8F789D2A6A1A}"/>
              </a:ext>
            </a:extLst>
          </p:cNvPr>
          <p:cNvSpPr txBox="1"/>
          <p:nvPr/>
        </p:nvSpPr>
        <p:spPr>
          <a:xfrm>
            <a:off x="984208" y="5739301"/>
            <a:ext cx="856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gency FB" panose="020B0503020202020204" pitchFamily="34" charset="0"/>
              </a:rPr>
              <a:t>Alarm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1EBF3-7216-8177-DB80-24689D241B03}"/>
              </a:ext>
            </a:extLst>
          </p:cNvPr>
          <p:cNvSpPr txBox="1"/>
          <p:nvPr/>
        </p:nvSpPr>
        <p:spPr>
          <a:xfrm>
            <a:off x="984207" y="3429000"/>
            <a:ext cx="1508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gency FB" panose="020B0503020202020204" pitchFamily="34" charset="0"/>
              </a:rPr>
              <a:t>Smoke Vent</a:t>
            </a:r>
          </a:p>
        </p:txBody>
      </p:sp>
    </p:spTree>
    <p:extLst>
      <p:ext uri="{BB962C8B-B14F-4D97-AF65-F5344CB8AC3E}">
        <p14:creationId xmlns:p14="http://schemas.microsoft.com/office/powerpoint/2010/main" val="1587496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grid on a blue surface&#10;&#10;AI-generated content may be incorrect.">
            <a:extLst>
              <a:ext uri="{FF2B5EF4-FFF2-40B4-BE49-F238E27FC236}">
                <a16:creationId xmlns:a16="http://schemas.microsoft.com/office/drawing/2014/main" id="{A6CC3291-5D12-316B-9177-F484052B6C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2192001" cy="685800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FCF46AFE-DC1D-E7C0-BD4D-7CF5FA8B4CD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56906726"/>
                  </p:ext>
                </p:extLst>
              </p:nvPr>
            </p:nvGraphicFramePr>
            <p:xfrm>
              <a:off x="4111007" y="269588"/>
              <a:ext cx="3256862" cy="246597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256862" cy="2465976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 ax="3753026" ay="-2" az="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79958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FCF46AFE-DC1D-E7C0-BD4D-7CF5FA8B4C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1007" y="269588"/>
                <a:ext cx="3256862" cy="2465976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 descr="Ionization smoke detector with the cover removed, showing the main component parts">
            <a:extLst>
              <a:ext uri="{FF2B5EF4-FFF2-40B4-BE49-F238E27FC236}">
                <a16:creationId xmlns:a16="http://schemas.microsoft.com/office/drawing/2014/main" id="{6C5F1C14-36C3-60EA-3F30-ED6167855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302" y="141734"/>
            <a:ext cx="9421396" cy="657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889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100000">
              <a:schemeClr val="bg1">
                <a:lumMod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18EC37B1-2A7F-CDB4-1861-E6DC7D6E6B0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5982983"/>
                  </p:ext>
                </p:extLst>
              </p:nvPr>
            </p:nvGraphicFramePr>
            <p:xfrm>
              <a:off x="3858692" y="406748"/>
              <a:ext cx="4474614" cy="338801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474614" cy="3388011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 ax="3753026" ay="-2" az="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5941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18EC37B1-2A7F-CDB4-1861-E6DC7D6E6B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8692" y="406748"/>
                <a:ext cx="4474614" cy="3388011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 descr="A white smoke on a black background&#10;&#10;AI-generated content may be incorrect.">
            <a:extLst>
              <a:ext uri="{FF2B5EF4-FFF2-40B4-BE49-F238E27FC236}">
                <a16:creationId xmlns:a16="http://schemas.microsoft.com/office/drawing/2014/main" id="{4403162A-EAED-6FFE-883F-E2CDB8AEF2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446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18EC37B1-2A7F-CDB4-1861-E6DC7D6E6B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58692" y="406748"/>
              <a:ext cx="4474614" cy="338801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474614" cy="3388011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 ax="3753026" ay="-2" az="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5941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18EC37B1-2A7F-CDB4-1861-E6DC7D6E6B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8692" y="406748"/>
                <a:ext cx="4474614" cy="3388011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 descr="A white smoke on a black background&#10;&#10;AI-generated content may be incorrect.">
            <a:extLst>
              <a:ext uri="{FF2B5EF4-FFF2-40B4-BE49-F238E27FC236}">
                <a16:creationId xmlns:a16="http://schemas.microsoft.com/office/drawing/2014/main" id="{4403162A-EAED-6FFE-883F-E2CDB8AEF2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5101DD7-00BF-FDDA-E8FD-BED44F88BFAA}"/>
              </a:ext>
            </a:extLst>
          </p:cNvPr>
          <p:cNvSpPr/>
          <p:nvPr/>
        </p:nvSpPr>
        <p:spPr>
          <a:xfrm>
            <a:off x="5981699" y="2706624"/>
            <a:ext cx="228600" cy="228600"/>
          </a:xfrm>
          <a:prstGeom prst="ellipse">
            <a:avLst/>
          </a:prstGeom>
          <a:solidFill>
            <a:srgbClr val="FF0000"/>
          </a:solidFill>
          <a:effectLst>
            <a:glow rad="101600">
              <a:srgbClr val="FF0000">
                <a:alpha val="60000"/>
              </a:srgb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342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516F14D4-0740-F285-2E74-96D2604AF5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01079499"/>
                  </p:ext>
                </p:extLst>
              </p:nvPr>
            </p:nvGraphicFramePr>
            <p:xfrm>
              <a:off x="440081" y="328424"/>
              <a:ext cx="3218769" cy="321876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218769" cy="3218769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 ax="6817" ay="75685" az="15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7995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516F14D4-0740-F285-2E74-96D2604AF5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081" y="328424"/>
                <a:ext cx="3218769" cy="3218769"/>
              </a:xfrm>
              <a:prstGeom prst="rect">
                <a:avLst/>
              </a:prstGeom>
            </p:spPr>
          </p:pic>
        </mc:Fallback>
      </mc:AlternateContent>
      <p:sp>
        <p:nvSpPr>
          <p:cNvPr id="3" name="AutoShape 2">
            <a:extLst>
              <a:ext uri="{FF2B5EF4-FFF2-40B4-BE49-F238E27FC236}">
                <a16:creationId xmlns:a16="http://schemas.microsoft.com/office/drawing/2014/main" id="{1956BA9C-5868-C2FE-F0EF-FCAA06B595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A close-up of a molecule&#10;&#10;AI-generated content may be incorrect.">
            <a:extLst>
              <a:ext uri="{FF2B5EF4-FFF2-40B4-BE49-F238E27FC236}">
                <a16:creationId xmlns:a16="http://schemas.microsoft.com/office/drawing/2014/main" id="{A4EB1A62-ED0C-B9DB-212E-B93786DC7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625" y="390900"/>
            <a:ext cx="3745127" cy="3156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314B8-CD78-5920-C08A-705E4C8CC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6445" y="209904"/>
            <a:ext cx="3887486" cy="351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463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>
                <a:extLst>
                  <a:ext uri="{FF2B5EF4-FFF2-40B4-BE49-F238E27FC236}">
                    <a16:creationId xmlns:a16="http://schemas.microsoft.com/office/drawing/2014/main" id="{516F14D4-0740-F285-2E74-96D2604AF56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0081" y="328424"/>
              <a:ext cx="3218769" cy="321876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218769" cy="3218769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 ax="6817" ay="75685" az="15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7995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>
                <a:extLst>
                  <a:ext uri="{FF2B5EF4-FFF2-40B4-BE49-F238E27FC236}">
                    <a16:creationId xmlns:a16="http://schemas.microsoft.com/office/drawing/2014/main" id="{516F14D4-0740-F285-2E74-96D2604AF5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081" y="328424"/>
                <a:ext cx="3218769" cy="321876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 descr="A close-up of a molecule&#10;&#10;AI-generated content may be incorrect.">
            <a:extLst>
              <a:ext uri="{FF2B5EF4-FFF2-40B4-BE49-F238E27FC236}">
                <a16:creationId xmlns:a16="http://schemas.microsoft.com/office/drawing/2014/main" id="{3FD13C86-4B4E-4B67-A8D7-0930A65E31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625" y="390900"/>
            <a:ext cx="7189664" cy="605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34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995F-55BE-AB00-84AA-367D8E3EEE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E4102-2ACA-22AC-3242-BF2CE21B9F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>
                <a:extLst>
                  <a:ext uri="{FF2B5EF4-FFF2-40B4-BE49-F238E27FC236}">
                    <a16:creationId xmlns:a16="http://schemas.microsoft.com/office/drawing/2014/main" id="{5993A01B-0028-E896-E72E-57439A594B5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64346466"/>
                  </p:ext>
                </p:extLst>
              </p:nvPr>
            </p:nvGraphicFramePr>
            <p:xfrm rot="3728748">
              <a:off x="722976" y="471358"/>
              <a:ext cx="2921118" cy="2369246"/>
            </p:xfrm>
            <a:graphic>
              <a:graphicData uri="http://schemas.microsoft.com/office/drawing/2017/model3d">
                <am3d:model3d r:embed="rId3">
                  <am3d:spPr>
                    <a:xfrm rot="3728748">
                      <a:off x="0" y="0"/>
                      <a:ext cx="2921118" cy="2369246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4857793" ay="-997341" az="-3655548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777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>
                <a:extLst>
                  <a:ext uri="{FF2B5EF4-FFF2-40B4-BE49-F238E27FC236}">
                    <a16:creationId xmlns:a16="http://schemas.microsoft.com/office/drawing/2014/main" id="{5993A01B-0028-E896-E72E-57439A594B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728748">
                <a:off x="722976" y="471358"/>
                <a:ext cx="2921118" cy="2369246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A digital scale with a display&#10;&#10;AI-generated content may be incorrect.">
            <a:extLst>
              <a:ext uri="{FF2B5EF4-FFF2-40B4-BE49-F238E27FC236}">
                <a16:creationId xmlns:a16="http://schemas.microsoft.com/office/drawing/2014/main" id="{427E8A24-CCFA-3AA0-3A29-46A7E21F1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9" y="4010435"/>
            <a:ext cx="2494730" cy="249473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C6C6FE0E-9EC7-2330-2ECB-A323A3AB1FE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2036485"/>
                  </p:ext>
                </p:extLst>
              </p:nvPr>
            </p:nvGraphicFramePr>
            <p:xfrm>
              <a:off x="8204958" y="-112345"/>
              <a:ext cx="2634288" cy="2672326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2634288" cy="2672326"/>
                    </a:xfrm>
                    <a:prstGeom prst="rect">
                      <a:avLst/>
                    </a:prstGeom>
                  </am3d:spPr>
                  <am3d:camera>
                    <am3d:pos x="0" y="0" z="670635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" d="1000000"/>
                    <am3d:preTrans dx="0" dy="-9696141" dz="-371038"/>
                    <am3d:scale>
                      <am3d:sx n="1000000" d="1000000"/>
                      <am3d:sy n="1000000" d="1000000"/>
                      <am3d:sz n="1000000" d="1000000"/>
                    </am3d:scale>
                    <am3d:rot ax="-2304980" ay="421043" az="-332039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8705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C6C6FE0E-9EC7-2330-2ECB-A323A3AB1F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04958" y="-112345"/>
                <a:ext cx="2634288" cy="2672326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red and silver sprinkler&#10;&#10;AI-generated content may be incorrect.">
            <a:extLst>
              <a:ext uri="{FF2B5EF4-FFF2-40B4-BE49-F238E27FC236}">
                <a16:creationId xmlns:a16="http://schemas.microsoft.com/office/drawing/2014/main" id="{893E7B9A-F670-96EE-B937-4A1541929A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165" y="3908612"/>
            <a:ext cx="2949388" cy="294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210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93E5C-DEC3-AEFA-4F10-C51C2EE2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2BD5B8DF-F3A7-C051-6471-E0DEC81C1BBF}"/>
                  </a:ext>
                </a:extLst>
              </p:cNvPr>
              <p:cNvGraphicFramePr>
                <a:graphicFrameLocks noGrp="1" noChangeAspect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51316219"/>
                  </p:ext>
                </p:extLst>
              </p:nvPr>
            </p:nvGraphicFramePr>
            <p:xfrm>
              <a:off x="4495906" y="3382210"/>
              <a:ext cx="3200185" cy="12381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200185" cy="1238167"/>
                    </a:xfrm>
                    <a:prstGeom prst="rect">
                      <a:avLst/>
                    </a:prstGeom>
                  </am3d:spPr>
                  <am3d:camera>
                    <am3d:pos x="0" y="0" z="542268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1653" d="1000000"/>
                    <am3d:preTrans dx="0" dy="-209937" dz="7871014"/>
                    <am3d:scale>
                      <am3d:sx n="1000000" d="1000000"/>
                      <am3d:sy n="1000000" d="1000000"/>
                      <am3d:sz n="1000000" d="1000000"/>
                    </am3d:scale>
                    <am3d:rot ax="3575702" ay="3902778" az="342526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7145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Content Placeholder 6">
                <a:extLst>
                  <a:ext uri="{FF2B5EF4-FFF2-40B4-BE49-F238E27FC236}">
                    <a16:creationId xmlns:a16="http://schemas.microsoft.com/office/drawing/2014/main" id="{2BD5B8DF-F3A7-C051-6471-E0DEC81C1B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95906" y="3382210"/>
                <a:ext cx="3200185" cy="12381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0730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380</TotalTime>
  <Words>137</Words>
  <Application>Microsoft Office PowerPoint</Application>
  <PresentationFormat>Widescreen</PresentationFormat>
  <Paragraphs>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Agency FB</vt:lpstr>
      <vt:lpstr>Aptos</vt:lpstr>
      <vt:lpstr>Aptos Display</vt:lpstr>
      <vt:lpstr>Arial</vt:lpstr>
      <vt:lpstr>Forte</vt:lpstr>
      <vt:lpstr>Verdana</vt:lpstr>
      <vt:lpstr>Office Theme</vt:lpstr>
      <vt:lpstr>Load Cell and Fire Sensors</vt:lpstr>
      <vt:lpstr>Piezo-electricity and Pyro-electricity</vt:lpstr>
      <vt:lpstr>LOAD CELL</vt:lpstr>
      <vt:lpstr>PowerPoint Presentation</vt:lpstr>
      <vt:lpstr>PowerPoint Presentation</vt:lpstr>
      <vt:lpstr>PowerPoint Presentation</vt:lpstr>
      <vt:lpstr>PowerPoint Presentation</vt:lpstr>
      <vt:lpstr>Piezo-electricity and Pyro-electricity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Baseer</dc:creator>
  <cp:lastModifiedBy>Abdul Baseer</cp:lastModifiedBy>
  <cp:revision>14</cp:revision>
  <dcterms:created xsi:type="dcterms:W3CDTF">2025-12-04T13:26:20Z</dcterms:created>
  <dcterms:modified xsi:type="dcterms:W3CDTF">2025-12-05T07:01:24Z</dcterms:modified>
</cp:coreProperties>
</file>